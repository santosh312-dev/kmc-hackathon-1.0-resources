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 Heavy" charset="1" panose="00000A00000000000000"/>
      <p:regular r:id="rId15"/>
    </p:embeddedFon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  <p:embeddedFont>
      <p:font typeface="Open Sauce Medium" charset="1" panose="00000600000000000000"/>
      <p:regular r:id="rId18"/>
    </p:embeddedFont>
    <p:embeddedFont>
      <p:font typeface="Aileron Bold" charset="1" panose="00000800000000000000"/>
      <p:regular r:id="rId19"/>
    </p:embeddedFont>
    <p:embeddedFont>
      <p:font typeface="Open Sauce Light" charset="1" panose="000004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https://github.com/sabl62/Iventory-Management-System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8138" y="2614355"/>
            <a:ext cx="13926126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0"/>
              </a:lnSpc>
            </a:pPr>
            <a:r>
              <a:rPr lang="en-US" sz="15000" spc="-705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INVENTORY MANAGEMENT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1632" y="141243"/>
            <a:ext cx="5168833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145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IT CLUB</a:t>
            </a:r>
          </a:p>
        </p:txBody>
      </p:sp>
      <p:grpSp>
        <p:nvGrpSpPr>
          <p:cNvPr name="Group 5" id="5"/>
          <p:cNvGrpSpPr/>
          <p:nvPr/>
        </p:nvGrpSpPr>
        <p:grpSpPr>
          <a:xfrm rot="566727">
            <a:off x="10895260" y="-4368833"/>
            <a:ext cx="11215742" cy="11215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66727">
            <a:off x="12253123" y="-2151874"/>
            <a:ext cx="7530780" cy="75307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478724" y="1210006"/>
            <a:ext cx="4300457" cy="134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23"/>
              </a:lnSpc>
            </a:pPr>
            <a:r>
              <a:rPr lang="en-US" sz="4225" spc="-2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Sabal Bajagain</a:t>
            </a:r>
          </a:p>
          <a:p>
            <a:pPr algn="r">
              <a:lnSpc>
                <a:spcPts val="545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667604" y="1302953"/>
            <a:ext cx="3450154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54"/>
              </a:lnSpc>
            </a:pPr>
            <a:r>
              <a:rPr lang="en-US" b="true" sz="2900" spc="-162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65" r="0" b="-1007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0223169" y="-2717476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68168" y="3070124"/>
            <a:ext cx="4399152" cy="954472"/>
            <a:chOff x="0" y="0"/>
            <a:chExt cx="1655853" cy="3592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5853" cy="359266"/>
            </a:xfrm>
            <a:custGeom>
              <a:avLst/>
              <a:gdLst/>
              <a:ahLst/>
              <a:cxnLst/>
              <a:rect r="r" b="b" t="t" l="l"/>
              <a:pathLst>
                <a:path h="359266" w="1655853">
                  <a:moveTo>
                    <a:pt x="89753" y="0"/>
                  </a:moveTo>
                  <a:lnTo>
                    <a:pt x="1566099" y="0"/>
                  </a:lnTo>
                  <a:cubicBezTo>
                    <a:pt x="1589903" y="0"/>
                    <a:pt x="1612733" y="9456"/>
                    <a:pt x="1629564" y="26288"/>
                  </a:cubicBezTo>
                  <a:cubicBezTo>
                    <a:pt x="1646397" y="43120"/>
                    <a:pt x="1655853" y="65949"/>
                    <a:pt x="1655853" y="89753"/>
                  </a:cubicBezTo>
                  <a:lnTo>
                    <a:pt x="1655853" y="269513"/>
                  </a:lnTo>
                  <a:cubicBezTo>
                    <a:pt x="1655853" y="319082"/>
                    <a:pt x="1615669" y="359266"/>
                    <a:pt x="1566099" y="359266"/>
                  </a:cubicBezTo>
                  <a:lnTo>
                    <a:pt x="89753" y="359266"/>
                  </a:lnTo>
                  <a:cubicBezTo>
                    <a:pt x="65949" y="359266"/>
                    <a:pt x="43120" y="349810"/>
                    <a:pt x="26288" y="332978"/>
                  </a:cubicBezTo>
                  <a:cubicBezTo>
                    <a:pt x="9456" y="316146"/>
                    <a:pt x="0" y="293317"/>
                    <a:pt x="0" y="269513"/>
                  </a:cubicBezTo>
                  <a:lnTo>
                    <a:pt x="0" y="89753"/>
                  </a:lnTo>
                  <a:cubicBezTo>
                    <a:pt x="0" y="65949"/>
                    <a:pt x="9456" y="43120"/>
                    <a:pt x="26288" y="26288"/>
                  </a:cubicBezTo>
                  <a:cubicBezTo>
                    <a:pt x="43120" y="9456"/>
                    <a:pt x="65949" y="0"/>
                    <a:pt x="897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1655853" cy="273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15240" y="6395356"/>
            <a:ext cx="4347861" cy="870581"/>
            <a:chOff x="0" y="0"/>
            <a:chExt cx="1636546" cy="3276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36546" cy="327689"/>
            </a:xfrm>
            <a:custGeom>
              <a:avLst/>
              <a:gdLst/>
              <a:ahLst/>
              <a:cxnLst/>
              <a:rect r="r" b="b" t="t" l="l"/>
              <a:pathLst>
                <a:path h="327689" w="1636546">
                  <a:moveTo>
                    <a:pt x="90812" y="0"/>
                  </a:moveTo>
                  <a:lnTo>
                    <a:pt x="1545734" y="0"/>
                  </a:lnTo>
                  <a:cubicBezTo>
                    <a:pt x="1595888" y="0"/>
                    <a:pt x="1636546" y="40658"/>
                    <a:pt x="1636546" y="90812"/>
                  </a:cubicBezTo>
                  <a:lnTo>
                    <a:pt x="1636546" y="236877"/>
                  </a:lnTo>
                  <a:cubicBezTo>
                    <a:pt x="1636546" y="287031"/>
                    <a:pt x="1595888" y="327689"/>
                    <a:pt x="1545734" y="327689"/>
                  </a:cubicBezTo>
                  <a:lnTo>
                    <a:pt x="90812" y="327689"/>
                  </a:lnTo>
                  <a:cubicBezTo>
                    <a:pt x="40658" y="327689"/>
                    <a:pt x="0" y="287031"/>
                    <a:pt x="0" y="236877"/>
                  </a:cubicBezTo>
                  <a:lnTo>
                    <a:pt x="0" y="90812"/>
                  </a:lnTo>
                  <a:cubicBezTo>
                    <a:pt x="0" y="40658"/>
                    <a:pt x="40658" y="0"/>
                    <a:pt x="908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1636546" cy="241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6429047"/>
            <a:ext cx="4960766" cy="836891"/>
            <a:chOff x="0" y="0"/>
            <a:chExt cx="1867245" cy="3150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7245" cy="315008"/>
            </a:xfrm>
            <a:custGeom>
              <a:avLst/>
              <a:gdLst/>
              <a:ahLst/>
              <a:cxnLst/>
              <a:rect r="r" b="b" t="t" l="l"/>
              <a:pathLst>
                <a:path h="315008" w="1867245">
                  <a:moveTo>
                    <a:pt x="79592" y="0"/>
                  </a:moveTo>
                  <a:lnTo>
                    <a:pt x="1787653" y="0"/>
                  </a:lnTo>
                  <a:cubicBezTo>
                    <a:pt x="1808762" y="0"/>
                    <a:pt x="1829007" y="8386"/>
                    <a:pt x="1843933" y="23312"/>
                  </a:cubicBezTo>
                  <a:cubicBezTo>
                    <a:pt x="1858860" y="38238"/>
                    <a:pt x="1867245" y="58483"/>
                    <a:pt x="1867245" y="79592"/>
                  </a:cubicBezTo>
                  <a:lnTo>
                    <a:pt x="1867245" y="235416"/>
                  </a:lnTo>
                  <a:cubicBezTo>
                    <a:pt x="1867245" y="256525"/>
                    <a:pt x="1858860" y="276769"/>
                    <a:pt x="1843933" y="291696"/>
                  </a:cubicBezTo>
                  <a:cubicBezTo>
                    <a:pt x="1829007" y="306622"/>
                    <a:pt x="1808762" y="315008"/>
                    <a:pt x="1787653" y="315008"/>
                  </a:cubicBezTo>
                  <a:lnTo>
                    <a:pt x="79592" y="315008"/>
                  </a:lnTo>
                  <a:cubicBezTo>
                    <a:pt x="58483" y="315008"/>
                    <a:pt x="38238" y="306622"/>
                    <a:pt x="23312" y="291696"/>
                  </a:cubicBezTo>
                  <a:cubicBezTo>
                    <a:pt x="8386" y="276769"/>
                    <a:pt x="0" y="256525"/>
                    <a:pt x="0" y="235416"/>
                  </a:cubicBezTo>
                  <a:lnTo>
                    <a:pt x="0" y="79592"/>
                  </a:lnTo>
                  <a:cubicBezTo>
                    <a:pt x="0" y="58483"/>
                    <a:pt x="8386" y="38238"/>
                    <a:pt x="23312" y="23312"/>
                  </a:cubicBezTo>
                  <a:cubicBezTo>
                    <a:pt x="38238" y="8386"/>
                    <a:pt x="58483" y="0"/>
                    <a:pt x="795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1867245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95069" y="7923162"/>
            <a:ext cx="4095499" cy="836891"/>
            <a:chOff x="0" y="0"/>
            <a:chExt cx="1541556" cy="315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1556" cy="315008"/>
            </a:xfrm>
            <a:custGeom>
              <a:avLst/>
              <a:gdLst/>
              <a:ahLst/>
              <a:cxnLst/>
              <a:rect r="r" b="b" t="t" l="l"/>
              <a:pathLst>
                <a:path h="315008" w="1541556">
                  <a:moveTo>
                    <a:pt x="96408" y="0"/>
                  </a:moveTo>
                  <a:lnTo>
                    <a:pt x="1445149" y="0"/>
                  </a:lnTo>
                  <a:cubicBezTo>
                    <a:pt x="1470718" y="0"/>
                    <a:pt x="1495239" y="10157"/>
                    <a:pt x="1513319" y="28237"/>
                  </a:cubicBezTo>
                  <a:cubicBezTo>
                    <a:pt x="1531399" y="46317"/>
                    <a:pt x="1541556" y="70839"/>
                    <a:pt x="1541556" y="96408"/>
                  </a:cubicBezTo>
                  <a:lnTo>
                    <a:pt x="1541556" y="218600"/>
                  </a:lnTo>
                  <a:cubicBezTo>
                    <a:pt x="1541556" y="244169"/>
                    <a:pt x="1531399" y="268691"/>
                    <a:pt x="1513319" y="286771"/>
                  </a:cubicBezTo>
                  <a:cubicBezTo>
                    <a:pt x="1495239" y="304851"/>
                    <a:pt x="1470718" y="315008"/>
                    <a:pt x="1445149" y="315008"/>
                  </a:cubicBezTo>
                  <a:lnTo>
                    <a:pt x="96408" y="315008"/>
                  </a:lnTo>
                  <a:cubicBezTo>
                    <a:pt x="70839" y="315008"/>
                    <a:pt x="46317" y="304851"/>
                    <a:pt x="28237" y="286771"/>
                  </a:cubicBezTo>
                  <a:cubicBezTo>
                    <a:pt x="10157" y="268691"/>
                    <a:pt x="0" y="244169"/>
                    <a:pt x="0" y="218600"/>
                  </a:cubicBezTo>
                  <a:lnTo>
                    <a:pt x="0" y="96408"/>
                  </a:lnTo>
                  <a:cubicBezTo>
                    <a:pt x="0" y="70839"/>
                    <a:pt x="10157" y="46317"/>
                    <a:pt x="28237" y="28237"/>
                  </a:cubicBezTo>
                  <a:cubicBezTo>
                    <a:pt x="46317" y="10157"/>
                    <a:pt x="70839" y="0"/>
                    <a:pt x="964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1541556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15240" y="4708334"/>
            <a:ext cx="4450738" cy="856466"/>
            <a:chOff x="0" y="0"/>
            <a:chExt cx="1675270" cy="3223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5270" cy="322376"/>
            </a:xfrm>
            <a:custGeom>
              <a:avLst/>
              <a:gdLst/>
              <a:ahLst/>
              <a:cxnLst/>
              <a:rect r="r" b="b" t="t" l="l"/>
              <a:pathLst>
                <a:path h="322376" w="1675270">
                  <a:moveTo>
                    <a:pt x="88713" y="0"/>
                  </a:moveTo>
                  <a:lnTo>
                    <a:pt x="1586557" y="0"/>
                  </a:lnTo>
                  <a:cubicBezTo>
                    <a:pt x="1635552" y="0"/>
                    <a:pt x="1675270" y="39718"/>
                    <a:pt x="1675270" y="88713"/>
                  </a:cubicBezTo>
                  <a:lnTo>
                    <a:pt x="1675270" y="233663"/>
                  </a:lnTo>
                  <a:cubicBezTo>
                    <a:pt x="1675270" y="282658"/>
                    <a:pt x="1635552" y="322376"/>
                    <a:pt x="1586557" y="322376"/>
                  </a:cubicBezTo>
                  <a:lnTo>
                    <a:pt x="88713" y="322376"/>
                  </a:lnTo>
                  <a:cubicBezTo>
                    <a:pt x="39718" y="322376"/>
                    <a:pt x="0" y="282658"/>
                    <a:pt x="0" y="233663"/>
                  </a:cubicBezTo>
                  <a:lnTo>
                    <a:pt x="0" y="88713"/>
                  </a:lnTo>
                  <a:cubicBezTo>
                    <a:pt x="0" y="39718"/>
                    <a:pt x="39718" y="0"/>
                    <a:pt x="887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1675270" cy="236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4607488"/>
            <a:ext cx="4960766" cy="836891"/>
            <a:chOff x="0" y="0"/>
            <a:chExt cx="1867245" cy="3150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7245" cy="315008"/>
            </a:xfrm>
            <a:custGeom>
              <a:avLst/>
              <a:gdLst/>
              <a:ahLst/>
              <a:cxnLst/>
              <a:rect r="r" b="b" t="t" l="l"/>
              <a:pathLst>
                <a:path h="315008" w="1867245">
                  <a:moveTo>
                    <a:pt x="79592" y="0"/>
                  </a:moveTo>
                  <a:lnTo>
                    <a:pt x="1787653" y="0"/>
                  </a:lnTo>
                  <a:cubicBezTo>
                    <a:pt x="1808762" y="0"/>
                    <a:pt x="1829007" y="8386"/>
                    <a:pt x="1843933" y="23312"/>
                  </a:cubicBezTo>
                  <a:cubicBezTo>
                    <a:pt x="1858860" y="38238"/>
                    <a:pt x="1867245" y="58483"/>
                    <a:pt x="1867245" y="79592"/>
                  </a:cubicBezTo>
                  <a:lnTo>
                    <a:pt x="1867245" y="235416"/>
                  </a:lnTo>
                  <a:cubicBezTo>
                    <a:pt x="1867245" y="256525"/>
                    <a:pt x="1858860" y="276769"/>
                    <a:pt x="1843933" y="291696"/>
                  </a:cubicBezTo>
                  <a:cubicBezTo>
                    <a:pt x="1829007" y="306622"/>
                    <a:pt x="1808762" y="315008"/>
                    <a:pt x="1787653" y="315008"/>
                  </a:cubicBezTo>
                  <a:lnTo>
                    <a:pt x="79592" y="315008"/>
                  </a:lnTo>
                  <a:cubicBezTo>
                    <a:pt x="58483" y="315008"/>
                    <a:pt x="38238" y="306622"/>
                    <a:pt x="23312" y="291696"/>
                  </a:cubicBezTo>
                  <a:cubicBezTo>
                    <a:pt x="8386" y="276769"/>
                    <a:pt x="0" y="256525"/>
                    <a:pt x="0" y="235416"/>
                  </a:cubicBezTo>
                  <a:lnTo>
                    <a:pt x="0" y="79592"/>
                  </a:lnTo>
                  <a:cubicBezTo>
                    <a:pt x="0" y="58483"/>
                    <a:pt x="8386" y="38238"/>
                    <a:pt x="23312" y="23312"/>
                  </a:cubicBezTo>
                  <a:cubicBezTo>
                    <a:pt x="38238" y="8386"/>
                    <a:pt x="58483" y="0"/>
                    <a:pt x="795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85725"/>
              <a:ext cx="1867245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072075" y="593600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53136" y="6595381"/>
            <a:ext cx="2753534" cy="47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0"/>
              </a:lnSpc>
              <a:spcBef>
                <a:spcPct val="0"/>
              </a:spcBef>
            </a:pPr>
            <a:r>
              <a:rPr lang="en-US" b="true" sz="2771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Demonstration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0" y="3070124"/>
            <a:ext cx="4729313" cy="836891"/>
            <a:chOff x="0" y="0"/>
            <a:chExt cx="1780126" cy="3150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80126" cy="315008"/>
            </a:xfrm>
            <a:custGeom>
              <a:avLst/>
              <a:gdLst/>
              <a:ahLst/>
              <a:cxnLst/>
              <a:rect r="r" b="b" t="t" l="l"/>
              <a:pathLst>
                <a:path h="315008" w="1780126">
                  <a:moveTo>
                    <a:pt x="83487" y="0"/>
                  </a:moveTo>
                  <a:lnTo>
                    <a:pt x="1696638" y="0"/>
                  </a:lnTo>
                  <a:cubicBezTo>
                    <a:pt x="1718781" y="0"/>
                    <a:pt x="1740016" y="8796"/>
                    <a:pt x="1755673" y="24453"/>
                  </a:cubicBezTo>
                  <a:cubicBezTo>
                    <a:pt x="1771330" y="40110"/>
                    <a:pt x="1780126" y="61345"/>
                    <a:pt x="1780126" y="83487"/>
                  </a:cubicBezTo>
                  <a:lnTo>
                    <a:pt x="1780126" y="231520"/>
                  </a:lnTo>
                  <a:cubicBezTo>
                    <a:pt x="1780126" y="277629"/>
                    <a:pt x="1742747" y="315008"/>
                    <a:pt x="1696638" y="315008"/>
                  </a:cubicBezTo>
                  <a:lnTo>
                    <a:pt x="83487" y="315008"/>
                  </a:lnTo>
                  <a:cubicBezTo>
                    <a:pt x="61345" y="315008"/>
                    <a:pt x="40110" y="306212"/>
                    <a:pt x="24453" y="290555"/>
                  </a:cubicBezTo>
                  <a:cubicBezTo>
                    <a:pt x="8796" y="274898"/>
                    <a:pt x="0" y="253663"/>
                    <a:pt x="0" y="231520"/>
                  </a:cubicBezTo>
                  <a:lnTo>
                    <a:pt x="0" y="83487"/>
                  </a:lnTo>
                  <a:cubicBezTo>
                    <a:pt x="0" y="37379"/>
                    <a:pt x="37379" y="0"/>
                    <a:pt x="834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85725"/>
              <a:ext cx="1780126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9278497">
            <a:off x="-948382" y="5735055"/>
            <a:ext cx="5213104" cy="521310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685699" y="413942"/>
            <a:ext cx="1695448" cy="1695448"/>
          </a:xfrm>
          <a:custGeom>
            <a:avLst/>
            <a:gdLst/>
            <a:ahLst/>
            <a:cxnLst/>
            <a:rect r="r" b="b" t="t" l="l"/>
            <a:pathLst>
              <a:path h="1695448" w="1695448">
                <a:moveTo>
                  <a:pt x="0" y="0"/>
                </a:moveTo>
                <a:lnTo>
                  <a:pt x="1695448" y="0"/>
                </a:lnTo>
                <a:lnTo>
                  <a:pt x="1695448" y="1695448"/>
                </a:lnTo>
                <a:lnTo>
                  <a:pt x="0" y="169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630018" y="224733"/>
            <a:ext cx="13521099" cy="211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4"/>
              </a:lnSpc>
            </a:pPr>
            <a:r>
              <a:rPr lang="en-US" b="true" sz="14166" spc="-5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List of Contents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40617" y="2620544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33324" y="5936009"/>
            <a:ext cx="78262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18886" y="7473582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40617" y="4258754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33324" y="4157908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683273" y="3230053"/>
            <a:ext cx="2611796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57143" y="6550230"/>
            <a:ext cx="310302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How To Access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29075" y="8046333"/>
            <a:ext cx="35868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Thank You slide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753136" y="4815171"/>
            <a:ext cx="313310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Uses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24635" y="4702738"/>
            <a:ext cx="361293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Creation Sources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15368" y="3172904"/>
            <a:ext cx="496076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22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It Solved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7068667" y="2546249"/>
            <a:ext cx="47293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22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2528" y="437981"/>
            <a:ext cx="4763599" cy="4018677"/>
            <a:chOff x="0" y="0"/>
            <a:chExt cx="714458" cy="602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4458" cy="602733"/>
            </a:xfrm>
            <a:custGeom>
              <a:avLst/>
              <a:gdLst/>
              <a:ahLst/>
              <a:cxnLst/>
              <a:rect r="r" b="b" t="t" l="l"/>
              <a:pathLst>
                <a:path h="602733" w="714458">
                  <a:moveTo>
                    <a:pt x="65009" y="0"/>
                  </a:moveTo>
                  <a:lnTo>
                    <a:pt x="649449" y="0"/>
                  </a:lnTo>
                  <a:cubicBezTo>
                    <a:pt x="685353" y="0"/>
                    <a:pt x="714458" y="29106"/>
                    <a:pt x="714458" y="65009"/>
                  </a:cubicBezTo>
                  <a:lnTo>
                    <a:pt x="714458" y="537724"/>
                  </a:lnTo>
                  <a:cubicBezTo>
                    <a:pt x="714458" y="573627"/>
                    <a:pt x="685353" y="602733"/>
                    <a:pt x="649449" y="602733"/>
                  </a:cubicBezTo>
                  <a:lnTo>
                    <a:pt x="65009" y="602733"/>
                  </a:lnTo>
                  <a:cubicBezTo>
                    <a:pt x="29106" y="602733"/>
                    <a:pt x="0" y="573627"/>
                    <a:pt x="0" y="537724"/>
                  </a:cubicBezTo>
                  <a:lnTo>
                    <a:pt x="0" y="65009"/>
                  </a:lnTo>
                  <a:cubicBezTo>
                    <a:pt x="0" y="29106"/>
                    <a:pt x="29106" y="0"/>
                    <a:pt x="65009" y="0"/>
                  </a:cubicBezTo>
                  <a:close/>
                </a:path>
              </a:pathLst>
            </a:custGeom>
            <a:blipFill>
              <a:blip r:embed="rId3"/>
              <a:stretch>
                <a:fillRect l="-30536" t="0" r="-3053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true" rot="-5400000">
            <a:off x="3133077" y="6921497"/>
            <a:ext cx="4029852" cy="798643"/>
          </a:xfrm>
          <a:custGeom>
            <a:avLst/>
            <a:gdLst/>
            <a:ahLst/>
            <a:cxnLst/>
            <a:rect r="r" b="b" t="t" l="l"/>
            <a:pathLst>
              <a:path h="798643" w="4029852">
                <a:moveTo>
                  <a:pt x="0" y="798644"/>
                </a:moveTo>
                <a:lnTo>
                  <a:pt x="4029852" y="798644"/>
                </a:lnTo>
                <a:lnTo>
                  <a:pt x="4029852" y="0"/>
                </a:lnTo>
                <a:lnTo>
                  <a:pt x="0" y="0"/>
                </a:lnTo>
                <a:lnTo>
                  <a:pt x="0" y="798644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7209546" y="6762976"/>
            <a:ext cx="4029852" cy="798643"/>
          </a:xfrm>
          <a:custGeom>
            <a:avLst/>
            <a:gdLst/>
            <a:ahLst/>
            <a:cxnLst/>
            <a:rect r="r" b="b" t="t" l="l"/>
            <a:pathLst>
              <a:path h="798643" w="4029852">
                <a:moveTo>
                  <a:pt x="0" y="798644"/>
                </a:moveTo>
                <a:lnTo>
                  <a:pt x="4029852" y="798644"/>
                </a:lnTo>
                <a:lnTo>
                  <a:pt x="4029852" y="0"/>
                </a:lnTo>
                <a:lnTo>
                  <a:pt x="0" y="0"/>
                </a:lnTo>
                <a:lnTo>
                  <a:pt x="0" y="798644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5784133" y="5151555"/>
            <a:ext cx="5725382" cy="1134667"/>
          </a:xfrm>
          <a:custGeom>
            <a:avLst/>
            <a:gdLst/>
            <a:ahLst/>
            <a:cxnLst/>
            <a:rect r="r" b="b" t="t" l="l"/>
            <a:pathLst>
              <a:path h="1134667" w="5725382">
                <a:moveTo>
                  <a:pt x="0" y="1134666"/>
                </a:moveTo>
                <a:lnTo>
                  <a:pt x="5725383" y="1134666"/>
                </a:lnTo>
                <a:lnTo>
                  <a:pt x="5725383" y="0"/>
                </a:lnTo>
                <a:lnTo>
                  <a:pt x="0" y="0"/>
                </a:lnTo>
                <a:lnTo>
                  <a:pt x="0" y="1134666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12678948" y="3656978"/>
            <a:ext cx="6776142" cy="1342908"/>
          </a:xfrm>
          <a:custGeom>
            <a:avLst/>
            <a:gdLst/>
            <a:ahLst/>
            <a:cxnLst/>
            <a:rect r="r" b="b" t="t" l="l"/>
            <a:pathLst>
              <a:path h="1342908" w="6776142">
                <a:moveTo>
                  <a:pt x="0" y="1342908"/>
                </a:moveTo>
                <a:lnTo>
                  <a:pt x="6776142" y="1342908"/>
                </a:lnTo>
                <a:lnTo>
                  <a:pt x="6776142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6319" y="5472241"/>
            <a:ext cx="8362700" cy="4672020"/>
            <a:chOff x="0" y="0"/>
            <a:chExt cx="3147743" cy="17585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7743" cy="1758561"/>
            </a:xfrm>
            <a:custGeom>
              <a:avLst/>
              <a:gdLst/>
              <a:ahLst/>
              <a:cxnLst/>
              <a:rect r="r" b="b" t="t" l="l"/>
              <a:pathLst>
                <a:path h="1758561" w="3147743">
                  <a:moveTo>
                    <a:pt x="47214" y="0"/>
                  </a:moveTo>
                  <a:lnTo>
                    <a:pt x="3100528" y="0"/>
                  </a:lnTo>
                  <a:cubicBezTo>
                    <a:pt x="3126604" y="0"/>
                    <a:pt x="3147743" y="21139"/>
                    <a:pt x="3147743" y="47214"/>
                  </a:cubicBezTo>
                  <a:lnTo>
                    <a:pt x="3147743" y="1711347"/>
                  </a:lnTo>
                  <a:cubicBezTo>
                    <a:pt x="3147743" y="1737422"/>
                    <a:pt x="3126604" y="1758561"/>
                    <a:pt x="3100528" y="1758561"/>
                  </a:cubicBezTo>
                  <a:lnTo>
                    <a:pt x="47214" y="1758561"/>
                  </a:lnTo>
                  <a:cubicBezTo>
                    <a:pt x="21139" y="1758561"/>
                    <a:pt x="0" y="1737422"/>
                    <a:pt x="0" y="1711347"/>
                  </a:cubicBezTo>
                  <a:lnTo>
                    <a:pt x="0" y="47214"/>
                  </a:lnTo>
                  <a:cubicBezTo>
                    <a:pt x="0" y="21139"/>
                    <a:pt x="21139" y="0"/>
                    <a:pt x="472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C55CD1">
                      <a:alpha val="100000"/>
                    </a:srgbClr>
                  </a:gs>
                  <a:gs pos="100000">
                    <a:srgbClr val="923AC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3147743" cy="1672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07725" y="5472241"/>
            <a:ext cx="8874680" cy="4407692"/>
            <a:chOff x="0" y="0"/>
            <a:chExt cx="3340453" cy="16590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40453" cy="1659067"/>
            </a:xfrm>
            <a:custGeom>
              <a:avLst/>
              <a:gdLst/>
              <a:ahLst/>
              <a:cxnLst/>
              <a:rect r="r" b="b" t="t" l="l"/>
              <a:pathLst>
                <a:path h="1659067" w="3340453">
                  <a:moveTo>
                    <a:pt x="44490" y="0"/>
                  </a:moveTo>
                  <a:lnTo>
                    <a:pt x="3295963" y="0"/>
                  </a:lnTo>
                  <a:cubicBezTo>
                    <a:pt x="3320534" y="0"/>
                    <a:pt x="3340453" y="19919"/>
                    <a:pt x="3340453" y="44490"/>
                  </a:cubicBezTo>
                  <a:lnTo>
                    <a:pt x="3340453" y="1614577"/>
                  </a:lnTo>
                  <a:cubicBezTo>
                    <a:pt x="3340453" y="1639148"/>
                    <a:pt x="3320534" y="1659067"/>
                    <a:pt x="3295963" y="1659067"/>
                  </a:cubicBezTo>
                  <a:lnTo>
                    <a:pt x="44490" y="1659067"/>
                  </a:lnTo>
                  <a:cubicBezTo>
                    <a:pt x="19919" y="1659067"/>
                    <a:pt x="0" y="1639148"/>
                    <a:pt x="0" y="1614577"/>
                  </a:cubicBezTo>
                  <a:lnTo>
                    <a:pt x="0" y="44490"/>
                  </a:lnTo>
                  <a:cubicBezTo>
                    <a:pt x="0" y="19919"/>
                    <a:pt x="19919" y="0"/>
                    <a:pt x="44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3340453" cy="1573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9278497">
            <a:off x="12218214" y="-6527792"/>
            <a:ext cx="9966661" cy="99666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79423" y="5697576"/>
            <a:ext cx="4375340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spc="-167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Example</a:t>
            </a:r>
          </a:p>
          <a:p>
            <a:pPr algn="l">
              <a:lnSpc>
                <a:spcPts val="4679"/>
              </a:lnSpc>
            </a:pPr>
          </a:p>
        </p:txBody>
      </p:sp>
      <p:sp>
        <p:nvSpPr>
          <p:cNvPr name="AutoShape 22" id="22"/>
          <p:cNvSpPr/>
          <p:nvPr/>
        </p:nvSpPr>
        <p:spPr>
          <a:xfrm>
            <a:off x="9476755" y="6803520"/>
            <a:ext cx="602853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379423" y="6295746"/>
            <a:ext cx="4768580" cy="0"/>
          </a:xfrm>
          <a:prstGeom prst="line">
            <a:avLst/>
          </a:prstGeom>
          <a:ln cap="flat" w="19050">
            <a:solidFill>
              <a:srgbClr val="0E06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6348093" y="222190"/>
            <a:ext cx="10083044" cy="163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1"/>
              </a:lnSpc>
            </a:pPr>
            <a:r>
              <a:rPr lang="en-US" b="true" sz="10864" spc="-45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3794" y="5992851"/>
            <a:ext cx="43753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spc="-16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It matters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8479" y="1795662"/>
            <a:ext cx="9362659" cy="329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3200" spc="-7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3200" spc="-7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here are a lot of management problems that can take place in a business but</a:t>
            </a:r>
            <a:r>
              <a:rPr lang="en-US" sz="3200" spc="-73" b="true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3200" spc="-73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one of the most important problems to be solved is improper Inventory Management.</a:t>
            </a:r>
            <a:r>
              <a:rPr lang="en-US" sz="3200" spc="-7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Without a proper Inventory Management, The sellers will have no idea of the current stock they have.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6381" y="6457671"/>
            <a:ext cx="7902577" cy="356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2599" spc="-59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</a:t>
            </a:r>
            <a:r>
              <a:rPr lang="en-US" sz="2599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 customer arrives to buy an item, the seller may not have</a:t>
            </a:r>
            <a:r>
              <a:rPr lang="en-US" b="true" sz="2599" spc="-59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599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idea of its availability, </a:t>
            </a:r>
            <a:r>
              <a:rPr lang="en-US" sz="2599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 when he/she goes to check, </a:t>
            </a:r>
            <a:r>
              <a:rPr lang="en-US" sz="2599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have to check each and every corner</a:t>
            </a:r>
            <a:r>
              <a:rPr lang="en-US" sz="2599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and if the product isn’t found, they just </a:t>
            </a:r>
            <a:r>
              <a:rPr lang="en-US" sz="2599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wasted the time of their customer!</a:t>
            </a:r>
            <a:r>
              <a:rPr lang="en-US" sz="2599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Sometimes, </a:t>
            </a:r>
            <a:r>
              <a:rPr lang="en-US" sz="2599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may find the product after the customer goes away,</a:t>
            </a:r>
            <a:r>
              <a:rPr lang="en-US" sz="2599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which can be very </a:t>
            </a:r>
            <a:r>
              <a:rPr lang="en-US" sz="2599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frustrating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07725" y="7041996"/>
            <a:ext cx="8991427" cy="232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128"/>
              </a:lnSpc>
              <a:buFont typeface="Arial"/>
              <a:buChar char="•"/>
            </a:pPr>
            <a:r>
              <a:rPr lang="en-US" b="true" sz="2300" spc="-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Wastes the time of both sellers and customers</a:t>
            </a:r>
          </a:p>
          <a:p>
            <a:pPr algn="l" marL="496571" indent="-248285" lvl="1">
              <a:lnSpc>
                <a:spcPts val="3128"/>
              </a:lnSpc>
              <a:buFont typeface="Arial"/>
              <a:buChar char="•"/>
            </a:pPr>
            <a:r>
              <a:rPr lang="en-US" b="true" sz="2300" spc="-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Makes it extremely hard to know about what item is selling the most and what item is selling the least.</a:t>
            </a:r>
          </a:p>
          <a:p>
            <a:pPr algn="l" marL="496571" indent="-248285" lvl="1">
              <a:lnSpc>
                <a:spcPts val="3128"/>
              </a:lnSpc>
              <a:buFont typeface="Arial"/>
              <a:buChar char="•"/>
            </a:pPr>
            <a:r>
              <a:rPr lang="en-US" b="true" sz="2300" spc="-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Manual effort for knowing the low in stock items</a:t>
            </a:r>
            <a:r>
              <a:rPr lang="en-US" sz="2300" spc="-5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.</a:t>
            </a:r>
          </a:p>
          <a:p>
            <a:pPr algn="l" marL="496571" indent="-248285" lvl="1">
              <a:lnSpc>
                <a:spcPts val="3128"/>
              </a:lnSpc>
              <a:buFont typeface="Arial"/>
              <a:buChar char="•"/>
            </a:pPr>
            <a:r>
              <a:rPr lang="en-US" b="true" sz="2300" spc="-5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Frequently selling items may run out of stock quickly and  can cause loss in demand due to delayed re stock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3431007" y="4248144"/>
            <a:ext cx="9579072" cy="957907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5209838" y="5765395"/>
            <a:ext cx="6011440" cy="601144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18752" y="2760339"/>
            <a:ext cx="6790972" cy="7118136"/>
            <a:chOff x="0" y="0"/>
            <a:chExt cx="2659566" cy="2787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59566" cy="2787695"/>
            </a:xfrm>
            <a:custGeom>
              <a:avLst/>
              <a:gdLst/>
              <a:ahLst/>
              <a:cxnLst/>
              <a:rect r="r" b="b" t="t" l="l"/>
              <a:pathLst>
                <a:path h="2787695" w="2659566">
                  <a:moveTo>
                    <a:pt x="58142" y="0"/>
                  </a:moveTo>
                  <a:lnTo>
                    <a:pt x="2601425" y="0"/>
                  </a:lnTo>
                  <a:cubicBezTo>
                    <a:pt x="2633536" y="0"/>
                    <a:pt x="2659566" y="26031"/>
                    <a:pt x="2659566" y="58142"/>
                  </a:cubicBezTo>
                  <a:lnTo>
                    <a:pt x="2659566" y="2729553"/>
                  </a:lnTo>
                  <a:cubicBezTo>
                    <a:pt x="2659566" y="2761664"/>
                    <a:pt x="2633536" y="2787695"/>
                    <a:pt x="2601425" y="2787695"/>
                  </a:cubicBezTo>
                  <a:lnTo>
                    <a:pt x="58142" y="2787695"/>
                  </a:lnTo>
                  <a:cubicBezTo>
                    <a:pt x="26031" y="2787695"/>
                    <a:pt x="0" y="2761664"/>
                    <a:pt x="0" y="2729553"/>
                  </a:cubicBezTo>
                  <a:lnTo>
                    <a:pt x="0" y="58142"/>
                  </a:lnTo>
                  <a:cubicBezTo>
                    <a:pt x="0" y="26031"/>
                    <a:pt x="26031" y="0"/>
                    <a:pt x="581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659566" cy="2701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52212" y="3281474"/>
            <a:ext cx="3724050" cy="372405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14441525" y="799967"/>
            <a:ext cx="228733" cy="2287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41525" y="412073"/>
            <a:ext cx="228733" cy="22873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804760" y="118284"/>
            <a:ext cx="15614495" cy="164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2"/>
              </a:lnSpc>
            </a:pPr>
            <a:r>
              <a:rPr lang="en-US" b="true" sz="10899" spc="-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IT SOLVED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441525" y="1240401"/>
            <a:ext cx="228733" cy="22873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1821" y="1874380"/>
            <a:ext cx="7961980" cy="8198334"/>
            <a:chOff x="0" y="0"/>
            <a:chExt cx="2996910" cy="30858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96910" cy="3085875"/>
            </a:xfrm>
            <a:custGeom>
              <a:avLst/>
              <a:gdLst/>
              <a:ahLst/>
              <a:cxnLst/>
              <a:rect r="r" b="b" t="t" l="l"/>
              <a:pathLst>
                <a:path h="3085875" w="2996910">
                  <a:moveTo>
                    <a:pt x="49590" y="0"/>
                  </a:moveTo>
                  <a:lnTo>
                    <a:pt x="2947320" y="0"/>
                  </a:lnTo>
                  <a:cubicBezTo>
                    <a:pt x="2960472" y="0"/>
                    <a:pt x="2973086" y="5225"/>
                    <a:pt x="2982386" y="14525"/>
                  </a:cubicBezTo>
                  <a:cubicBezTo>
                    <a:pt x="2991686" y="23825"/>
                    <a:pt x="2996910" y="36438"/>
                    <a:pt x="2996910" y="49590"/>
                  </a:cubicBezTo>
                  <a:lnTo>
                    <a:pt x="2996910" y="3036284"/>
                  </a:lnTo>
                  <a:cubicBezTo>
                    <a:pt x="2996910" y="3049436"/>
                    <a:pt x="2991686" y="3062050"/>
                    <a:pt x="2982386" y="3071350"/>
                  </a:cubicBezTo>
                  <a:cubicBezTo>
                    <a:pt x="2973086" y="3080650"/>
                    <a:pt x="2960472" y="3085875"/>
                    <a:pt x="2947320" y="3085875"/>
                  </a:cubicBezTo>
                  <a:lnTo>
                    <a:pt x="49590" y="3085875"/>
                  </a:lnTo>
                  <a:cubicBezTo>
                    <a:pt x="22202" y="3085875"/>
                    <a:pt x="0" y="3063672"/>
                    <a:pt x="0" y="3036284"/>
                  </a:cubicBezTo>
                  <a:lnTo>
                    <a:pt x="0" y="49590"/>
                  </a:lnTo>
                  <a:cubicBezTo>
                    <a:pt x="0" y="22202"/>
                    <a:pt x="22202" y="0"/>
                    <a:pt x="495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85725"/>
              <a:ext cx="2996910" cy="30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312407" y="298521"/>
            <a:ext cx="1170613" cy="1170613"/>
          </a:xfrm>
          <a:custGeom>
            <a:avLst/>
            <a:gdLst/>
            <a:ahLst/>
            <a:cxnLst/>
            <a:rect r="r" b="b" t="t" l="l"/>
            <a:pathLst>
              <a:path h="1170613" w="1170613">
                <a:moveTo>
                  <a:pt x="0" y="0"/>
                </a:moveTo>
                <a:lnTo>
                  <a:pt x="1170613" y="0"/>
                </a:lnTo>
                <a:lnTo>
                  <a:pt x="1170613" y="1170613"/>
                </a:lnTo>
                <a:lnTo>
                  <a:pt x="0" y="1170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612007" y="7133736"/>
            <a:ext cx="5522281" cy="212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9"/>
              </a:lnSpc>
            </a:pPr>
            <a:r>
              <a:rPr lang="en-US" b="true" sz="3474" spc="-20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Revenue growth and investment reduction with digitalization of inventory management!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2407" y="2080387"/>
            <a:ext cx="6626258" cy="606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351"/>
              </a:lnSpc>
              <a:buFont typeface="Arial"/>
              <a:buChar char="•"/>
            </a:pPr>
            <a:r>
              <a:rPr lang="en-US" b="true" sz="3199" spc="-73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Quick and reliable Restocking Alerts </a:t>
            </a:r>
          </a:p>
          <a:p>
            <a:pPr algn="l" marL="690872" indent="-345436" lvl="1">
              <a:lnSpc>
                <a:spcPts val="4351"/>
              </a:lnSpc>
              <a:buFont typeface="Arial"/>
              <a:buChar char="•"/>
            </a:pPr>
            <a:r>
              <a:rPr lang="en-US" b="true" sz="3199" spc="-73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 Manual Effort on management</a:t>
            </a:r>
          </a:p>
          <a:p>
            <a:pPr algn="l" marL="690872" indent="-345436" lvl="1">
              <a:lnSpc>
                <a:spcPts val="4351"/>
              </a:lnSpc>
              <a:buFont typeface="Arial"/>
              <a:buChar char="•"/>
            </a:pPr>
            <a:r>
              <a:rPr lang="en-US" b="true" sz="3199" spc="-73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Easy and Smart Maintenance of Stock availability</a:t>
            </a:r>
          </a:p>
          <a:p>
            <a:pPr algn="l" marL="690872" indent="-345436" lvl="1">
              <a:lnSpc>
                <a:spcPts val="4351"/>
              </a:lnSpc>
              <a:buFont typeface="Arial"/>
              <a:buChar char="•"/>
            </a:pPr>
            <a:r>
              <a:rPr lang="en-US" b="true" sz="3199" spc="-73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Modern and Advanced Method of management</a:t>
            </a:r>
          </a:p>
          <a:p>
            <a:pPr algn="l" marL="690872" indent="-345436" lvl="1">
              <a:lnSpc>
                <a:spcPts val="4351"/>
              </a:lnSpc>
              <a:buFont typeface="Arial"/>
              <a:buChar char="•"/>
            </a:pPr>
            <a:r>
              <a:rPr lang="en-US" b="true" sz="3199" spc="-73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Digitalization of Businesses   </a:t>
            </a:r>
          </a:p>
          <a:p>
            <a:pPr algn="l" marL="690872" indent="-345436" lvl="1">
              <a:lnSpc>
                <a:spcPts val="4351"/>
              </a:lnSpc>
              <a:buFont typeface="Arial"/>
              <a:buChar char="•"/>
            </a:pPr>
            <a:r>
              <a:rPr lang="en-US" b="true" sz="3199" spc="-73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Promotion of Business and stores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2407" y="8241898"/>
            <a:ext cx="6626258" cy="155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299" spc="-52" b="true">
                <a:solidFill>
                  <a:srgbClr val="1800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and Digital management can make a huge difference if implemented even in small and low-developed stores/business by attracting and facilizing customers.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457765">
            <a:off x="8717885" y="-9294800"/>
            <a:ext cx="19140231" cy="191402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8457765">
            <a:off x="12788040" y="-6538878"/>
            <a:ext cx="13929461" cy="139294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1773" y="3544325"/>
            <a:ext cx="8415806" cy="2794327"/>
            <a:chOff x="0" y="0"/>
            <a:chExt cx="3167732" cy="1051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67732" cy="1051792"/>
            </a:xfrm>
            <a:custGeom>
              <a:avLst/>
              <a:gdLst/>
              <a:ahLst/>
              <a:cxnLst/>
              <a:rect r="r" b="b" t="t" l="l"/>
              <a:pathLst>
                <a:path h="1051792" w="3167732">
                  <a:moveTo>
                    <a:pt x="46916" y="0"/>
                  </a:moveTo>
                  <a:lnTo>
                    <a:pt x="3120815" y="0"/>
                  </a:lnTo>
                  <a:cubicBezTo>
                    <a:pt x="3133258" y="0"/>
                    <a:pt x="3145192" y="4943"/>
                    <a:pt x="3153990" y="13741"/>
                  </a:cubicBezTo>
                  <a:cubicBezTo>
                    <a:pt x="3162789" y="22540"/>
                    <a:pt x="3167732" y="34473"/>
                    <a:pt x="3167732" y="46916"/>
                  </a:cubicBezTo>
                  <a:lnTo>
                    <a:pt x="3167732" y="1004876"/>
                  </a:lnTo>
                  <a:cubicBezTo>
                    <a:pt x="3167732" y="1017319"/>
                    <a:pt x="3162789" y="1029252"/>
                    <a:pt x="3153990" y="1038050"/>
                  </a:cubicBezTo>
                  <a:cubicBezTo>
                    <a:pt x="3145192" y="1046849"/>
                    <a:pt x="3133258" y="1051792"/>
                    <a:pt x="3120815" y="1051792"/>
                  </a:cubicBezTo>
                  <a:lnTo>
                    <a:pt x="46916" y="1051792"/>
                  </a:lnTo>
                  <a:cubicBezTo>
                    <a:pt x="34473" y="1051792"/>
                    <a:pt x="22540" y="1046849"/>
                    <a:pt x="13741" y="1038050"/>
                  </a:cubicBezTo>
                  <a:cubicBezTo>
                    <a:pt x="4943" y="1029252"/>
                    <a:pt x="0" y="1017319"/>
                    <a:pt x="0" y="1004876"/>
                  </a:cubicBezTo>
                  <a:lnTo>
                    <a:pt x="0" y="46916"/>
                  </a:lnTo>
                  <a:cubicBezTo>
                    <a:pt x="0" y="34473"/>
                    <a:pt x="4943" y="22540"/>
                    <a:pt x="13741" y="13741"/>
                  </a:cubicBezTo>
                  <a:cubicBezTo>
                    <a:pt x="22540" y="4943"/>
                    <a:pt x="34473" y="0"/>
                    <a:pt x="46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3167732" cy="966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60157" y="6800063"/>
            <a:ext cx="9001023" cy="2836822"/>
            <a:chOff x="0" y="0"/>
            <a:chExt cx="3388009" cy="10677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8009" cy="1067787"/>
            </a:xfrm>
            <a:custGeom>
              <a:avLst/>
              <a:gdLst/>
              <a:ahLst/>
              <a:cxnLst/>
              <a:rect r="r" b="b" t="t" l="l"/>
              <a:pathLst>
                <a:path h="1067787" w="3388009">
                  <a:moveTo>
                    <a:pt x="43866" y="0"/>
                  </a:moveTo>
                  <a:lnTo>
                    <a:pt x="3344143" y="0"/>
                  </a:lnTo>
                  <a:cubicBezTo>
                    <a:pt x="3368370" y="0"/>
                    <a:pt x="3388009" y="19639"/>
                    <a:pt x="3388009" y="43866"/>
                  </a:cubicBezTo>
                  <a:lnTo>
                    <a:pt x="3388009" y="1023922"/>
                  </a:lnTo>
                  <a:cubicBezTo>
                    <a:pt x="3388009" y="1048148"/>
                    <a:pt x="3368370" y="1067787"/>
                    <a:pt x="3344143" y="1067787"/>
                  </a:cubicBezTo>
                  <a:lnTo>
                    <a:pt x="43866" y="1067787"/>
                  </a:lnTo>
                  <a:cubicBezTo>
                    <a:pt x="19639" y="1067787"/>
                    <a:pt x="0" y="1048148"/>
                    <a:pt x="0" y="1023922"/>
                  </a:cubicBezTo>
                  <a:lnTo>
                    <a:pt x="0" y="43866"/>
                  </a:lnTo>
                  <a:cubicBezTo>
                    <a:pt x="0" y="19639"/>
                    <a:pt x="19639" y="0"/>
                    <a:pt x="43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5B4FF">
                    <a:alpha val="100000"/>
                  </a:srgbClr>
                </a:gs>
                <a:gs pos="100000">
                  <a:srgbClr val="E393E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3388009" cy="982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60157" y="3544325"/>
            <a:ext cx="8971874" cy="2860642"/>
            <a:chOff x="0" y="0"/>
            <a:chExt cx="3377037" cy="10767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77037" cy="1076753"/>
            </a:xfrm>
            <a:custGeom>
              <a:avLst/>
              <a:gdLst/>
              <a:ahLst/>
              <a:cxnLst/>
              <a:rect r="r" b="b" t="t" l="l"/>
              <a:pathLst>
                <a:path h="1076753" w="3377037">
                  <a:moveTo>
                    <a:pt x="44008" y="0"/>
                  </a:moveTo>
                  <a:lnTo>
                    <a:pt x="3333028" y="0"/>
                  </a:lnTo>
                  <a:cubicBezTo>
                    <a:pt x="3344700" y="0"/>
                    <a:pt x="3355894" y="4637"/>
                    <a:pt x="3364147" y="12890"/>
                  </a:cubicBezTo>
                  <a:cubicBezTo>
                    <a:pt x="3372400" y="21143"/>
                    <a:pt x="3377037" y="32337"/>
                    <a:pt x="3377037" y="44008"/>
                  </a:cubicBezTo>
                  <a:lnTo>
                    <a:pt x="3377037" y="1032745"/>
                  </a:lnTo>
                  <a:cubicBezTo>
                    <a:pt x="3377037" y="1044416"/>
                    <a:pt x="3372400" y="1055610"/>
                    <a:pt x="3364147" y="1063863"/>
                  </a:cubicBezTo>
                  <a:cubicBezTo>
                    <a:pt x="3355894" y="1072117"/>
                    <a:pt x="3344700" y="1076753"/>
                    <a:pt x="3333028" y="1076753"/>
                  </a:cubicBezTo>
                  <a:lnTo>
                    <a:pt x="44008" y="1076753"/>
                  </a:lnTo>
                  <a:cubicBezTo>
                    <a:pt x="32337" y="1076753"/>
                    <a:pt x="21143" y="1072117"/>
                    <a:pt x="12890" y="1063863"/>
                  </a:cubicBezTo>
                  <a:cubicBezTo>
                    <a:pt x="4637" y="1055610"/>
                    <a:pt x="0" y="1044416"/>
                    <a:pt x="0" y="1032745"/>
                  </a:cubicBezTo>
                  <a:lnTo>
                    <a:pt x="0" y="44008"/>
                  </a:lnTo>
                  <a:cubicBezTo>
                    <a:pt x="0" y="32337"/>
                    <a:pt x="4637" y="21143"/>
                    <a:pt x="12890" y="12890"/>
                  </a:cubicBezTo>
                  <a:cubicBezTo>
                    <a:pt x="21143" y="4637"/>
                    <a:pt x="32337" y="0"/>
                    <a:pt x="440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45C4">
                    <a:alpha val="100000"/>
                  </a:srgbClr>
                </a:gs>
                <a:gs pos="100000">
                  <a:srgbClr val="AD64DD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3377037" cy="991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01773" y="6821997"/>
            <a:ext cx="8415806" cy="2836822"/>
            <a:chOff x="0" y="0"/>
            <a:chExt cx="3167732" cy="10677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67732" cy="1067787"/>
            </a:xfrm>
            <a:custGeom>
              <a:avLst/>
              <a:gdLst/>
              <a:ahLst/>
              <a:cxnLst/>
              <a:rect r="r" b="b" t="t" l="l"/>
              <a:pathLst>
                <a:path h="1067787" w="3167732">
                  <a:moveTo>
                    <a:pt x="46916" y="0"/>
                  </a:moveTo>
                  <a:lnTo>
                    <a:pt x="3120815" y="0"/>
                  </a:lnTo>
                  <a:cubicBezTo>
                    <a:pt x="3133258" y="0"/>
                    <a:pt x="3145192" y="4943"/>
                    <a:pt x="3153990" y="13741"/>
                  </a:cubicBezTo>
                  <a:cubicBezTo>
                    <a:pt x="3162789" y="22540"/>
                    <a:pt x="3167732" y="34473"/>
                    <a:pt x="3167732" y="46916"/>
                  </a:cubicBezTo>
                  <a:lnTo>
                    <a:pt x="3167732" y="1020871"/>
                  </a:lnTo>
                  <a:cubicBezTo>
                    <a:pt x="3167732" y="1033314"/>
                    <a:pt x="3162789" y="1045248"/>
                    <a:pt x="3153990" y="1054046"/>
                  </a:cubicBezTo>
                  <a:cubicBezTo>
                    <a:pt x="3145192" y="1062845"/>
                    <a:pt x="3133258" y="1067787"/>
                    <a:pt x="3120815" y="1067787"/>
                  </a:cubicBezTo>
                  <a:lnTo>
                    <a:pt x="46916" y="1067787"/>
                  </a:lnTo>
                  <a:cubicBezTo>
                    <a:pt x="34473" y="1067787"/>
                    <a:pt x="22540" y="1062845"/>
                    <a:pt x="13741" y="1054046"/>
                  </a:cubicBezTo>
                  <a:cubicBezTo>
                    <a:pt x="4943" y="1045248"/>
                    <a:pt x="0" y="1033314"/>
                    <a:pt x="0" y="1020871"/>
                  </a:cubicBezTo>
                  <a:lnTo>
                    <a:pt x="0" y="46916"/>
                  </a:lnTo>
                  <a:cubicBezTo>
                    <a:pt x="0" y="34473"/>
                    <a:pt x="4943" y="22540"/>
                    <a:pt x="13741" y="13741"/>
                  </a:cubicBezTo>
                  <a:cubicBezTo>
                    <a:pt x="22540" y="4943"/>
                    <a:pt x="34473" y="0"/>
                    <a:pt x="46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3167732" cy="982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581764" y="730719"/>
            <a:ext cx="1482689" cy="1504574"/>
          </a:xfrm>
          <a:custGeom>
            <a:avLst/>
            <a:gdLst/>
            <a:ahLst/>
            <a:cxnLst/>
            <a:rect r="r" b="b" t="t" l="l"/>
            <a:pathLst>
              <a:path h="1504574" w="1482689">
                <a:moveTo>
                  <a:pt x="0" y="0"/>
                </a:moveTo>
                <a:lnTo>
                  <a:pt x="1482689" y="0"/>
                </a:lnTo>
                <a:lnTo>
                  <a:pt x="1482689" y="1504574"/>
                </a:lnTo>
                <a:lnTo>
                  <a:pt x="0" y="1504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85414" y="696555"/>
            <a:ext cx="15317172" cy="153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6" spc="-43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8726" y="3897761"/>
            <a:ext cx="79906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b="true" sz="4499" spc="-188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 a Versatile Service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13099" y="3708047"/>
            <a:ext cx="8553985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b="true" sz="4499" spc="-18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Smart, Quick and Easy Stock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6015" y="7045833"/>
            <a:ext cx="7238739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7"/>
              </a:lnSpc>
            </a:pPr>
            <a:r>
              <a:rPr lang="en-US" sz="4399" spc="-1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Promoting Factor</a:t>
            </a:r>
          </a:p>
          <a:p>
            <a:pPr algn="l">
              <a:lnSpc>
                <a:spcPts val="304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343566" y="7045833"/>
            <a:ext cx="745902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b="true" sz="4499" spc="-188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Finance and sales tracker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4862" y="4534031"/>
            <a:ext cx="4630304" cy="162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99" spc="-55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Along with businesses and stores, it can be used it Hotels, Office/Banks and even in homes and personal uses!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399" y="5105400"/>
            <a:ext cx="5202655" cy="121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5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Implementing this will give a good idea of what to keep in bulk stock and what to keep in less stock.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4715" y="8040243"/>
            <a:ext cx="6627035" cy="121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99" spc="-5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</a:t>
            </a:r>
            <a:r>
              <a:rPr lang="en-US" sz="2399" spc="-5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mplementing this can help to promote the business as digitalization can catch the eye of any customer and attract them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75934" y="8040243"/>
            <a:ext cx="5129125" cy="121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99" spc="-55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 can use it to track the revenue, sales and profit of any product in the current stock!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9145" y="527697"/>
            <a:ext cx="5217398" cy="4160554"/>
            <a:chOff x="0" y="0"/>
            <a:chExt cx="746948" cy="5956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6948" cy="595645"/>
            </a:xfrm>
            <a:custGeom>
              <a:avLst/>
              <a:gdLst/>
              <a:ahLst/>
              <a:cxnLst/>
              <a:rect r="r" b="b" t="t" l="l"/>
              <a:pathLst>
                <a:path h="595645" w="746948">
                  <a:moveTo>
                    <a:pt x="59355" y="0"/>
                  </a:moveTo>
                  <a:lnTo>
                    <a:pt x="687593" y="0"/>
                  </a:lnTo>
                  <a:cubicBezTo>
                    <a:pt x="720374" y="0"/>
                    <a:pt x="746948" y="26574"/>
                    <a:pt x="746948" y="59355"/>
                  </a:cubicBezTo>
                  <a:lnTo>
                    <a:pt x="746948" y="536290"/>
                  </a:lnTo>
                  <a:cubicBezTo>
                    <a:pt x="746948" y="569071"/>
                    <a:pt x="720374" y="595645"/>
                    <a:pt x="687593" y="595645"/>
                  </a:cubicBezTo>
                  <a:lnTo>
                    <a:pt x="59355" y="595645"/>
                  </a:lnTo>
                  <a:cubicBezTo>
                    <a:pt x="26574" y="595645"/>
                    <a:pt x="0" y="569071"/>
                    <a:pt x="0" y="536290"/>
                  </a:cubicBezTo>
                  <a:lnTo>
                    <a:pt x="0" y="59355"/>
                  </a:lnTo>
                  <a:cubicBezTo>
                    <a:pt x="0" y="26574"/>
                    <a:pt x="26574" y="0"/>
                    <a:pt x="59355" y="0"/>
                  </a:cubicBezTo>
                  <a:close/>
                </a:path>
              </a:pathLst>
            </a:custGeom>
            <a:blipFill>
              <a:blip r:embed="rId3"/>
              <a:stretch>
                <a:fillRect l="-20883" t="0" r="-20883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true" rot="-5400000">
            <a:off x="442580" y="7043551"/>
            <a:ext cx="4029852" cy="798643"/>
          </a:xfrm>
          <a:custGeom>
            <a:avLst/>
            <a:gdLst/>
            <a:ahLst/>
            <a:cxnLst/>
            <a:rect r="r" b="b" t="t" l="l"/>
            <a:pathLst>
              <a:path h="798643" w="4029852">
                <a:moveTo>
                  <a:pt x="0" y="798643"/>
                </a:moveTo>
                <a:lnTo>
                  <a:pt x="4029851" y="798643"/>
                </a:lnTo>
                <a:lnTo>
                  <a:pt x="4029851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9278497">
            <a:off x="3747383" y="-1028045"/>
            <a:ext cx="10178180" cy="101781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9278497">
            <a:off x="12286055" y="5508827"/>
            <a:ext cx="6657413" cy="66574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-10800000">
            <a:off x="4004228" y="276826"/>
            <a:ext cx="5725382" cy="1134667"/>
          </a:xfrm>
          <a:custGeom>
            <a:avLst/>
            <a:gdLst/>
            <a:ahLst/>
            <a:cxnLst/>
            <a:rect r="r" b="b" t="t" l="l"/>
            <a:pathLst>
              <a:path h="1134667" w="5725382">
                <a:moveTo>
                  <a:pt x="0" y="1134667"/>
                </a:moveTo>
                <a:lnTo>
                  <a:pt x="5725383" y="1134667"/>
                </a:lnTo>
                <a:lnTo>
                  <a:pt x="5725383" y="0"/>
                </a:lnTo>
                <a:lnTo>
                  <a:pt x="0" y="0"/>
                </a:lnTo>
                <a:lnTo>
                  <a:pt x="0" y="1134667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-10800000">
            <a:off x="10674391" y="5134481"/>
            <a:ext cx="6776142" cy="1342908"/>
          </a:xfrm>
          <a:custGeom>
            <a:avLst/>
            <a:gdLst/>
            <a:ahLst/>
            <a:cxnLst/>
            <a:rect r="r" b="b" t="t" l="l"/>
            <a:pathLst>
              <a:path h="1342908" w="6776142">
                <a:moveTo>
                  <a:pt x="0" y="1342908"/>
                </a:moveTo>
                <a:lnTo>
                  <a:pt x="6776142" y="1342908"/>
                </a:lnTo>
                <a:lnTo>
                  <a:pt x="6776142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95712" y="5236236"/>
            <a:ext cx="8075994" cy="4559640"/>
            <a:chOff x="0" y="0"/>
            <a:chExt cx="3039826" cy="1716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39826" cy="1716261"/>
            </a:xfrm>
            <a:custGeom>
              <a:avLst/>
              <a:gdLst/>
              <a:ahLst/>
              <a:cxnLst/>
              <a:rect r="r" b="b" t="t" l="l"/>
              <a:pathLst>
                <a:path h="1716261" w="3039826">
                  <a:moveTo>
                    <a:pt x="48890" y="0"/>
                  </a:moveTo>
                  <a:lnTo>
                    <a:pt x="2990935" y="0"/>
                  </a:lnTo>
                  <a:cubicBezTo>
                    <a:pt x="3017937" y="0"/>
                    <a:pt x="3039826" y="21889"/>
                    <a:pt x="3039826" y="48890"/>
                  </a:cubicBezTo>
                  <a:lnTo>
                    <a:pt x="3039826" y="1667370"/>
                  </a:lnTo>
                  <a:cubicBezTo>
                    <a:pt x="3039826" y="1694372"/>
                    <a:pt x="3017937" y="1716261"/>
                    <a:pt x="2990935" y="1716261"/>
                  </a:cubicBezTo>
                  <a:lnTo>
                    <a:pt x="48890" y="1716261"/>
                  </a:lnTo>
                  <a:cubicBezTo>
                    <a:pt x="21889" y="1716261"/>
                    <a:pt x="0" y="1694372"/>
                    <a:pt x="0" y="1667370"/>
                  </a:cubicBezTo>
                  <a:lnTo>
                    <a:pt x="0" y="48890"/>
                  </a:lnTo>
                  <a:cubicBezTo>
                    <a:pt x="0" y="21889"/>
                    <a:pt x="21889" y="0"/>
                    <a:pt x="48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C55CD1">
                      <a:alpha val="100000"/>
                    </a:srgbClr>
                  </a:gs>
                  <a:gs pos="100000">
                    <a:srgbClr val="923AC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3039826" cy="163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60597" y="5236236"/>
            <a:ext cx="7798703" cy="4559640"/>
            <a:chOff x="0" y="0"/>
            <a:chExt cx="2935453" cy="1716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35453" cy="1716261"/>
            </a:xfrm>
            <a:custGeom>
              <a:avLst/>
              <a:gdLst/>
              <a:ahLst/>
              <a:cxnLst/>
              <a:rect r="r" b="b" t="t" l="l"/>
              <a:pathLst>
                <a:path h="1716261" w="2935453">
                  <a:moveTo>
                    <a:pt x="50629" y="0"/>
                  </a:moveTo>
                  <a:lnTo>
                    <a:pt x="2884824" y="0"/>
                  </a:lnTo>
                  <a:cubicBezTo>
                    <a:pt x="2898252" y="0"/>
                    <a:pt x="2911129" y="5334"/>
                    <a:pt x="2920624" y="14829"/>
                  </a:cubicBezTo>
                  <a:cubicBezTo>
                    <a:pt x="2930119" y="24324"/>
                    <a:pt x="2935453" y="37201"/>
                    <a:pt x="2935453" y="50629"/>
                  </a:cubicBezTo>
                  <a:lnTo>
                    <a:pt x="2935453" y="1665632"/>
                  </a:lnTo>
                  <a:cubicBezTo>
                    <a:pt x="2935453" y="1693593"/>
                    <a:pt x="2912785" y="1716261"/>
                    <a:pt x="2884824" y="1716261"/>
                  </a:cubicBezTo>
                  <a:lnTo>
                    <a:pt x="50629" y="1716261"/>
                  </a:lnTo>
                  <a:cubicBezTo>
                    <a:pt x="22667" y="1716261"/>
                    <a:pt x="0" y="1693593"/>
                    <a:pt x="0" y="1665632"/>
                  </a:cubicBezTo>
                  <a:lnTo>
                    <a:pt x="0" y="50629"/>
                  </a:lnTo>
                  <a:cubicBezTo>
                    <a:pt x="0" y="22667"/>
                    <a:pt x="22667" y="0"/>
                    <a:pt x="506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2935453" cy="163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2856827" y="6819616"/>
            <a:ext cx="5037011" cy="0"/>
          </a:xfrm>
          <a:prstGeom prst="line">
            <a:avLst/>
          </a:prstGeom>
          <a:ln cap="flat" w="19050">
            <a:solidFill>
              <a:srgbClr val="0E06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2060709" y="6790271"/>
            <a:ext cx="3368081" cy="9521"/>
          </a:xfrm>
          <a:prstGeom prst="line">
            <a:avLst/>
          </a:prstGeom>
          <a:ln cap="flat" w="19050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761604" y="5619431"/>
            <a:ext cx="1695902" cy="1823442"/>
          </a:xfrm>
          <a:custGeom>
            <a:avLst/>
            <a:gdLst/>
            <a:ahLst/>
            <a:cxnLst/>
            <a:rect r="r" b="b" t="t" l="l"/>
            <a:pathLst>
              <a:path h="1823442" w="1695902">
                <a:moveTo>
                  <a:pt x="0" y="0"/>
                </a:moveTo>
                <a:lnTo>
                  <a:pt x="1695902" y="0"/>
                </a:lnTo>
                <a:lnTo>
                  <a:pt x="1695902" y="1823441"/>
                </a:lnTo>
                <a:lnTo>
                  <a:pt x="0" y="1823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963" t="0" r="-47220" b="-727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61604" y="7728214"/>
            <a:ext cx="1530086" cy="1530086"/>
          </a:xfrm>
          <a:custGeom>
            <a:avLst/>
            <a:gdLst/>
            <a:ahLst/>
            <a:cxnLst/>
            <a:rect r="r" b="b" t="t" l="l"/>
            <a:pathLst>
              <a:path h="1530086" w="1530086">
                <a:moveTo>
                  <a:pt x="0" y="0"/>
                </a:moveTo>
                <a:lnTo>
                  <a:pt x="1530086" y="0"/>
                </a:lnTo>
                <a:lnTo>
                  <a:pt x="1530086" y="1530086"/>
                </a:lnTo>
                <a:lnTo>
                  <a:pt x="0" y="1530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978354" y="7516056"/>
            <a:ext cx="1497382" cy="1605969"/>
          </a:xfrm>
          <a:custGeom>
            <a:avLst/>
            <a:gdLst/>
            <a:ahLst/>
            <a:cxnLst/>
            <a:rect r="r" b="b" t="t" l="l"/>
            <a:pathLst>
              <a:path h="1605969" w="1497382">
                <a:moveTo>
                  <a:pt x="0" y="0"/>
                </a:moveTo>
                <a:lnTo>
                  <a:pt x="1497382" y="0"/>
                </a:lnTo>
                <a:lnTo>
                  <a:pt x="1497382" y="1605969"/>
                </a:lnTo>
                <a:lnTo>
                  <a:pt x="0" y="1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155" t="0" r="-61982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978354" y="5468184"/>
            <a:ext cx="1392074" cy="1656292"/>
          </a:xfrm>
          <a:custGeom>
            <a:avLst/>
            <a:gdLst/>
            <a:ahLst/>
            <a:cxnLst/>
            <a:rect r="r" b="b" t="t" l="l"/>
            <a:pathLst>
              <a:path h="1656292" w="1392074">
                <a:moveTo>
                  <a:pt x="0" y="0"/>
                </a:moveTo>
                <a:lnTo>
                  <a:pt x="1392075" y="0"/>
                </a:lnTo>
                <a:lnTo>
                  <a:pt x="1392075" y="1656292"/>
                </a:lnTo>
                <a:lnTo>
                  <a:pt x="0" y="16562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82" t="0" r="-6060" b="-9205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17094" y="859597"/>
            <a:ext cx="10083044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b="true" sz="8965" spc="-3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Creation Sources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43477" y="5867906"/>
            <a:ext cx="43753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58616" y="5815460"/>
            <a:ext cx="43753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66919" y="2704834"/>
            <a:ext cx="9538884" cy="159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99" spc="-7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is a web service, which was developed by many sources, including Django, AI, PostgreSQL database and Tailwind CSS!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16218" y="6924869"/>
            <a:ext cx="5303292" cy="217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2584" spc="-59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</a:t>
            </a:r>
            <a:r>
              <a:rPr lang="en-US" sz="2584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 backend of this service was developed by using </a:t>
            </a:r>
            <a:r>
              <a:rPr lang="en-US" sz="2584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Django</a:t>
            </a:r>
            <a:r>
              <a:rPr lang="en-US" sz="2584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as the framework, </a:t>
            </a:r>
            <a:r>
              <a:rPr lang="en-US" sz="2584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python </a:t>
            </a:r>
            <a:r>
              <a:rPr lang="en-US" sz="2584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 the programming language and </a:t>
            </a:r>
            <a:r>
              <a:rPr lang="en-US" sz="2584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PostgreSQL </a:t>
            </a:r>
            <a:r>
              <a:rPr lang="en-US" sz="2584" spc="-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 the database.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18233" y="7086376"/>
            <a:ext cx="5037011" cy="173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8"/>
              </a:lnSpc>
            </a:pPr>
            <a:r>
              <a:rPr lang="en-US" sz="2579" spc="-5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 was made by using mainly</a:t>
            </a:r>
            <a:r>
              <a:rPr lang="en-US" sz="2579" spc="-59" b="true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579" spc="-5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Tailwind CSS</a:t>
            </a:r>
            <a:r>
              <a:rPr lang="en-US" sz="2579" spc="-5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for the design/layout and </a:t>
            </a:r>
            <a:r>
              <a:rPr lang="en-US" sz="2579" spc="-5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HTML 5 </a:t>
            </a:r>
            <a:r>
              <a:rPr lang="en-US" sz="2579" spc="-5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the elements of this project!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518" y="3437688"/>
            <a:ext cx="8639944" cy="4438771"/>
          </a:xfrm>
          <a:custGeom>
            <a:avLst/>
            <a:gdLst/>
            <a:ahLst/>
            <a:cxnLst/>
            <a:rect r="r" b="b" t="t" l="l"/>
            <a:pathLst>
              <a:path h="4438771" w="8639944">
                <a:moveTo>
                  <a:pt x="0" y="0"/>
                </a:moveTo>
                <a:lnTo>
                  <a:pt x="8639944" y="0"/>
                </a:lnTo>
                <a:lnTo>
                  <a:pt x="8639944" y="4438772"/>
                </a:lnTo>
                <a:lnTo>
                  <a:pt x="0" y="4438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07208" y="3437688"/>
            <a:ext cx="8556668" cy="4438771"/>
          </a:xfrm>
          <a:custGeom>
            <a:avLst/>
            <a:gdLst/>
            <a:ahLst/>
            <a:cxnLst/>
            <a:rect r="r" b="b" t="t" l="l"/>
            <a:pathLst>
              <a:path h="4438771" w="8556668">
                <a:moveTo>
                  <a:pt x="0" y="0"/>
                </a:moveTo>
                <a:lnTo>
                  <a:pt x="8556667" y="0"/>
                </a:lnTo>
                <a:lnTo>
                  <a:pt x="8556667" y="4438772"/>
                </a:lnTo>
                <a:lnTo>
                  <a:pt x="0" y="4438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518" y="722995"/>
            <a:ext cx="2023804" cy="2023804"/>
          </a:xfrm>
          <a:custGeom>
            <a:avLst/>
            <a:gdLst/>
            <a:ahLst/>
            <a:cxnLst/>
            <a:rect r="r" b="b" t="t" l="l"/>
            <a:pathLst>
              <a:path h="2023804" w="2023804">
                <a:moveTo>
                  <a:pt x="0" y="0"/>
                </a:moveTo>
                <a:lnTo>
                  <a:pt x="2023804" y="0"/>
                </a:lnTo>
                <a:lnTo>
                  <a:pt x="2023804" y="2023804"/>
                </a:lnTo>
                <a:lnTo>
                  <a:pt x="0" y="2023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6302" y="32106"/>
            <a:ext cx="15052998" cy="3062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22"/>
              </a:lnSpc>
              <a:spcBef>
                <a:spcPct val="0"/>
              </a:spcBef>
            </a:pPr>
            <a:r>
              <a:rPr lang="en-US" sz="17873" spc="-13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Demonstration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425" y="8162210"/>
            <a:ext cx="8772038" cy="177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3"/>
              </a:lnSpc>
              <a:spcBef>
                <a:spcPct val="0"/>
              </a:spcBef>
            </a:pPr>
            <a:r>
              <a:rPr lang="en-US" sz="3409" spc="-25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is the main dashboard page where you can check the stocks, allocate threm and get restock alerts!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7208" y="8162210"/>
            <a:ext cx="8556668" cy="227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sz="3409" spc="-25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is the admin page where you can add new stocks, projects, users and also know about the history of allocations!</a:t>
            </a:r>
          </a:p>
          <a:p>
            <a:pPr algn="ctr">
              <a:lnSpc>
                <a:spcPts val="39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442725" y="-3802470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8653751" y="-3026564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10655" y="1080921"/>
            <a:ext cx="1453744" cy="1449922"/>
          </a:xfrm>
          <a:custGeom>
            <a:avLst/>
            <a:gdLst/>
            <a:ahLst/>
            <a:cxnLst/>
            <a:rect r="r" b="b" t="t" l="l"/>
            <a:pathLst>
              <a:path h="1449922" w="1453744">
                <a:moveTo>
                  <a:pt x="0" y="0"/>
                </a:moveTo>
                <a:lnTo>
                  <a:pt x="1453744" y="0"/>
                </a:lnTo>
                <a:lnTo>
                  <a:pt x="1453744" y="1449921"/>
                </a:lnTo>
                <a:lnTo>
                  <a:pt x="0" y="1449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688" t="-26815" r="-27072" b="-3637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38498" y="826223"/>
            <a:ext cx="14971783" cy="158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01"/>
              </a:lnSpc>
            </a:pPr>
            <a:r>
              <a:rPr lang="en-US" b="true" sz="10599" spc="-44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Can You access?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4290" y="2914320"/>
            <a:ext cx="6682502" cy="91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3"/>
              </a:lnSpc>
              <a:spcBef>
                <a:spcPct val="0"/>
              </a:spcBef>
            </a:pPr>
            <a:r>
              <a:rPr lang="en-US" sz="5409" spc="-40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url for using it right now!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44781" y="6103656"/>
            <a:ext cx="16883231" cy="152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3"/>
              </a:lnSpc>
            </a:pPr>
            <a:r>
              <a:rPr lang="en-US" b="true" sz="4409" spc="-330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4" tooltip="https://github.com/sabl62/Iventory-Management-System"/>
              </a:rPr>
              <a:t>htttps://github.com/sabl62/inventory-management-system/</a:t>
            </a:r>
            <a:r>
              <a:rPr lang="en-US" sz="4409" spc="-33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6173"/>
              </a:lnSpc>
              <a:spcBef>
                <a:spcPct val="0"/>
              </a:spcBef>
            </a:pPr>
            <a:r>
              <a:rPr lang="en-US" sz="4409" spc="-33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          </a:t>
            </a:r>
            <a:r>
              <a:rPr lang="en-US" sz="4409" spc="-330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for the source code!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6727">
            <a:off x="6553125" y="-2589222"/>
            <a:ext cx="17212156" cy="172121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66727">
            <a:off x="11617941" y="-2857883"/>
            <a:ext cx="11557056" cy="11557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486583"/>
            <a:ext cx="16230600" cy="273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3"/>
              </a:lnSpc>
            </a:pPr>
            <a:r>
              <a:rPr lang="en-US" sz="22876" spc="-1075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099407" y="8908451"/>
            <a:ext cx="9954817" cy="1167831"/>
            <a:chOff x="0" y="0"/>
            <a:chExt cx="3747020" cy="439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7020" cy="439575"/>
            </a:xfrm>
            <a:custGeom>
              <a:avLst/>
              <a:gdLst/>
              <a:ahLst/>
              <a:cxnLst/>
              <a:rect r="r" b="b" t="t" l="l"/>
              <a:pathLst>
                <a:path h="439575" w="3747020">
                  <a:moveTo>
                    <a:pt x="39663" y="0"/>
                  </a:moveTo>
                  <a:lnTo>
                    <a:pt x="3707357" y="0"/>
                  </a:lnTo>
                  <a:cubicBezTo>
                    <a:pt x="3729262" y="0"/>
                    <a:pt x="3747020" y="17758"/>
                    <a:pt x="3747020" y="39663"/>
                  </a:cubicBezTo>
                  <a:lnTo>
                    <a:pt x="3747020" y="399912"/>
                  </a:lnTo>
                  <a:cubicBezTo>
                    <a:pt x="3747020" y="410431"/>
                    <a:pt x="3742841" y="420519"/>
                    <a:pt x="3735403" y="427958"/>
                  </a:cubicBezTo>
                  <a:cubicBezTo>
                    <a:pt x="3727964" y="435396"/>
                    <a:pt x="3717876" y="439575"/>
                    <a:pt x="3707357" y="439575"/>
                  </a:cubicBezTo>
                  <a:lnTo>
                    <a:pt x="39663" y="439575"/>
                  </a:lnTo>
                  <a:cubicBezTo>
                    <a:pt x="17758" y="439575"/>
                    <a:pt x="0" y="421817"/>
                    <a:pt x="0" y="399912"/>
                  </a:cubicBezTo>
                  <a:lnTo>
                    <a:pt x="0" y="39663"/>
                  </a:lnTo>
                  <a:cubicBezTo>
                    <a:pt x="0" y="17758"/>
                    <a:pt x="17758" y="0"/>
                    <a:pt x="39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3747020" cy="353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393330" y="9101463"/>
            <a:ext cx="8865970" cy="7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4"/>
              </a:lnSpc>
            </a:pPr>
            <a:r>
              <a:rPr lang="en-US" sz="4900" spc="-27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Hope You Liked This Presentation!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DAG-fSac5y0</dc:identifier>
  <dcterms:modified xsi:type="dcterms:W3CDTF">2011-08-01T06:04:30Z</dcterms:modified>
  <cp:revision>1</cp:revision>
  <dc:title>Sabal Bajagain</dc:title>
</cp:coreProperties>
</file>